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6DCFC-5FC7-9D05-EE7A-1179012289A5}" v="15" dt="2026-04-12T19:12:02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7" d="100"/>
          <a:sy n="47" d="100"/>
        </p:scale>
        <p:origin x="2064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B4F176-E3CF-4819-8E99-5652D5BE997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B567D0E-159C-467D-9BF7-5C75BDEFFDD0}">
      <dgm:prSet/>
      <dgm:spPr/>
      <dgm:t>
        <a:bodyPr/>
        <a:lstStyle/>
        <a:p>
          <a:pPr>
            <a:defRPr cap="all"/>
          </a:pPr>
          <a:r>
            <a:rPr lang="en-US"/>
            <a:t>Data-driven decision making is essential for modern businesses</a:t>
          </a:r>
        </a:p>
      </dgm:t>
    </dgm:pt>
    <dgm:pt modelId="{6FFDCF62-792F-4503-B28C-AFE18D2AE1F1}" type="parTrans" cxnId="{87E2D4E2-4CC2-43C7-8477-47D6AD6B7B40}">
      <dgm:prSet/>
      <dgm:spPr/>
      <dgm:t>
        <a:bodyPr/>
        <a:lstStyle/>
        <a:p>
          <a:endParaRPr lang="en-US"/>
        </a:p>
      </dgm:t>
    </dgm:pt>
    <dgm:pt modelId="{EFBFE999-2F07-4778-943D-705F8E2358D1}" type="sibTrans" cxnId="{87E2D4E2-4CC2-43C7-8477-47D6AD6B7B40}">
      <dgm:prSet/>
      <dgm:spPr/>
      <dgm:t>
        <a:bodyPr/>
        <a:lstStyle/>
        <a:p>
          <a:endParaRPr lang="en-US"/>
        </a:p>
      </dgm:t>
    </dgm:pt>
    <dgm:pt modelId="{872A7F18-D6A1-47DD-B45F-0CEFC6EF4A9E}">
      <dgm:prSet/>
      <dgm:spPr/>
      <dgm:t>
        <a:bodyPr/>
        <a:lstStyle/>
        <a:p>
          <a:pPr>
            <a:defRPr cap="all"/>
          </a:pPr>
          <a:r>
            <a:rPr lang="en-US"/>
            <a:t>Data warehouses enable analysis of large historical datasets</a:t>
          </a:r>
        </a:p>
      </dgm:t>
    </dgm:pt>
    <dgm:pt modelId="{672540F3-4545-41A7-92D8-2735C7195169}" type="parTrans" cxnId="{82C4B50E-D256-44FB-A2FE-C1EF6AA185EE}">
      <dgm:prSet/>
      <dgm:spPr/>
      <dgm:t>
        <a:bodyPr/>
        <a:lstStyle/>
        <a:p>
          <a:endParaRPr lang="en-US"/>
        </a:p>
      </dgm:t>
    </dgm:pt>
    <dgm:pt modelId="{6772CD6E-4A29-4C7B-967A-1426ADAC234A}" type="sibTrans" cxnId="{82C4B50E-D256-44FB-A2FE-C1EF6AA185EE}">
      <dgm:prSet/>
      <dgm:spPr/>
      <dgm:t>
        <a:bodyPr/>
        <a:lstStyle/>
        <a:p>
          <a:endParaRPr lang="en-US"/>
        </a:p>
      </dgm:t>
    </dgm:pt>
    <dgm:pt modelId="{94387AE1-C8B8-48F9-9167-84DA2396F23C}">
      <dgm:prSet/>
      <dgm:spPr/>
      <dgm:t>
        <a:bodyPr/>
        <a:lstStyle/>
        <a:p>
          <a:pPr>
            <a:defRPr cap="all"/>
          </a:pPr>
          <a:r>
            <a:rPr lang="en-US" dirty="0"/>
            <a:t>Project builds a sales data warehouse using Northwind </a:t>
          </a:r>
          <a:r>
            <a:rPr lang="en-US">
              <a:latin typeface="Bierstadt"/>
            </a:rPr>
            <a:t>dataset</a:t>
          </a:r>
          <a:endParaRPr lang="en-US" dirty="0"/>
        </a:p>
      </dgm:t>
    </dgm:pt>
    <dgm:pt modelId="{A0AEAEAC-37A8-49FB-849A-0E9080E44777}" type="parTrans" cxnId="{3EF907D5-1840-4D67-B198-D4AA1A2029DC}">
      <dgm:prSet/>
      <dgm:spPr/>
      <dgm:t>
        <a:bodyPr/>
        <a:lstStyle/>
        <a:p>
          <a:endParaRPr lang="en-US"/>
        </a:p>
      </dgm:t>
    </dgm:pt>
    <dgm:pt modelId="{5794E0BE-28B2-4056-A343-4234F035ED8E}" type="sibTrans" cxnId="{3EF907D5-1840-4D67-B198-D4AA1A2029DC}">
      <dgm:prSet/>
      <dgm:spPr/>
      <dgm:t>
        <a:bodyPr/>
        <a:lstStyle/>
        <a:p>
          <a:endParaRPr lang="en-US"/>
        </a:p>
      </dgm:t>
    </dgm:pt>
    <dgm:pt modelId="{FDD79705-175B-4700-B983-69A8677CDA54}" type="pres">
      <dgm:prSet presAssocID="{F5B4F176-E3CF-4819-8E99-5652D5BE9979}" presName="root" presStyleCnt="0">
        <dgm:presLayoutVars>
          <dgm:dir/>
          <dgm:resizeHandles val="exact"/>
        </dgm:presLayoutVars>
      </dgm:prSet>
      <dgm:spPr/>
    </dgm:pt>
    <dgm:pt modelId="{E576544A-174C-43F2-8EF3-ABB435A79B85}" type="pres">
      <dgm:prSet presAssocID="{DB567D0E-159C-467D-9BF7-5C75BDEFFDD0}" presName="compNode" presStyleCnt="0"/>
      <dgm:spPr/>
    </dgm:pt>
    <dgm:pt modelId="{097ABA14-2756-4FC8-A834-56EF71DAC9E0}" type="pres">
      <dgm:prSet presAssocID="{DB567D0E-159C-467D-9BF7-5C75BDEFFDD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6EE27AF-3F15-449F-B5AD-89BD49792F43}" type="pres">
      <dgm:prSet presAssocID="{DB567D0E-159C-467D-9BF7-5C75BDEFFDD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85149DE-0BCF-426F-BE33-49C84A7AFA8A}" type="pres">
      <dgm:prSet presAssocID="{DB567D0E-159C-467D-9BF7-5C75BDEFFDD0}" presName="spaceRect" presStyleCnt="0"/>
      <dgm:spPr/>
    </dgm:pt>
    <dgm:pt modelId="{17948CA2-0DCC-4FFC-B5F3-820C7745B0C4}" type="pres">
      <dgm:prSet presAssocID="{DB567D0E-159C-467D-9BF7-5C75BDEFFDD0}" presName="textRect" presStyleLbl="revTx" presStyleIdx="0" presStyleCnt="3">
        <dgm:presLayoutVars>
          <dgm:chMax val="1"/>
          <dgm:chPref val="1"/>
        </dgm:presLayoutVars>
      </dgm:prSet>
      <dgm:spPr/>
    </dgm:pt>
    <dgm:pt modelId="{86B9C03D-6545-4A4A-B28E-9EDF4AF82286}" type="pres">
      <dgm:prSet presAssocID="{EFBFE999-2F07-4778-943D-705F8E2358D1}" presName="sibTrans" presStyleCnt="0"/>
      <dgm:spPr/>
    </dgm:pt>
    <dgm:pt modelId="{761DFB04-2535-434D-ADE2-D561EAA54E7B}" type="pres">
      <dgm:prSet presAssocID="{872A7F18-D6A1-47DD-B45F-0CEFC6EF4A9E}" presName="compNode" presStyleCnt="0"/>
      <dgm:spPr/>
    </dgm:pt>
    <dgm:pt modelId="{0287503E-7872-45FA-BBF8-2DB2021B2A72}" type="pres">
      <dgm:prSet presAssocID="{872A7F18-D6A1-47DD-B45F-0CEFC6EF4A9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0591A18-C842-4ECD-AF7C-69E9200F7836}" type="pres">
      <dgm:prSet presAssocID="{872A7F18-D6A1-47DD-B45F-0CEFC6EF4A9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B7543C2-6FD0-4AEE-AC19-378FF7DF52EE}" type="pres">
      <dgm:prSet presAssocID="{872A7F18-D6A1-47DD-B45F-0CEFC6EF4A9E}" presName="spaceRect" presStyleCnt="0"/>
      <dgm:spPr/>
    </dgm:pt>
    <dgm:pt modelId="{9671AE09-A77A-4407-AF59-6650F9DD25B1}" type="pres">
      <dgm:prSet presAssocID="{872A7F18-D6A1-47DD-B45F-0CEFC6EF4A9E}" presName="textRect" presStyleLbl="revTx" presStyleIdx="1" presStyleCnt="3">
        <dgm:presLayoutVars>
          <dgm:chMax val="1"/>
          <dgm:chPref val="1"/>
        </dgm:presLayoutVars>
      </dgm:prSet>
      <dgm:spPr/>
    </dgm:pt>
    <dgm:pt modelId="{D3FFB173-3580-47EF-9C4B-824E026FFA2D}" type="pres">
      <dgm:prSet presAssocID="{6772CD6E-4A29-4C7B-967A-1426ADAC234A}" presName="sibTrans" presStyleCnt="0"/>
      <dgm:spPr/>
    </dgm:pt>
    <dgm:pt modelId="{78F46AC0-7D1B-4969-9C35-A5C27DB4CEAB}" type="pres">
      <dgm:prSet presAssocID="{94387AE1-C8B8-48F9-9167-84DA2396F23C}" presName="compNode" presStyleCnt="0"/>
      <dgm:spPr/>
    </dgm:pt>
    <dgm:pt modelId="{97BF1FB4-5E15-4099-ADF0-7785FFF46652}" type="pres">
      <dgm:prSet presAssocID="{94387AE1-C8B8-48F9-9167-84DA2396F23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8A5984A-BC44-45A9-904E-7FA32072915A}" type="pres">
      <dgm:prSet presAssocID="{94387AE1-C8B8-48F9-9167-84DA2396F23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CB6CBD8-D6B7-4D6C-812B-BB20F137708F}" type="pres">
      <dgm:prSet presAssocID="{94387AE1-C8B8-48F9-9167-84DA2396F23C}" presName="spaceRect" presStyleCnt="0"/>
      <dgm:spPr/>
    </dgm:pt>
    <dgm:pt modelId="{E23F2A38-CDCC-4742-9968-E26F30D2FCD3}" type="pres">
      <dgm:prSet presAssocID="{94387AE1-C8B8-48F9-9167-84DA2396F23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2C4B50E-D256-44FB-A2FE-C1EF6AA185EE}" srcId="{F5B4F176-E3CF-4819-8E99-5652D5BE9979}" destId="{872A7F18-D6A1-47DD-B45F-0CEFC6EF4A9E}" srcOrd="1" destOrd="0" parTransId="{672540F3-4545-41A7-92D8-2735C7195169}" sibTransId="{6772CD6E-4A29-4C7B-967A-1426ADAC234A}"/>
    <dgm:cxn modelId="{0CCF3C2C-50FD-4A0C-8F4F-83A6C285BD38}" type="presOf" srcId="{DB567D0E-159C-467D-9BF7-5C75BDEFFDD0}" destId="{17948CA2-0DCC-4FFC-B5F3-820C7745B0C4}" srcOrd="0" destOrd="0" presId="urn:microsoft.com/office/officeart/2018/5/layout/IconLeafLabelList"/>
    <dgm:cxn modelId="{5A44AD40-C6BE-478F-B951-15E085B9C775}" type="presOf" srcId="{94387AE1-C8B8-48F9-9167-84DA2396F23C}" destId="{E23F2A38-CDCC-4742-9968-E26F30D2FCD3}" srcOrd="0" destOrd="0" presId="urn:microsoft.com/office/officeart/2018/5/layout/IconLeafLabelList"/>
    <dgm:cxn modelId="{10EAEC69-EE3F-4597-9E13-88BF81394B06}" type="presOf" srcId="{F5B4F176-E3CF-4819-8E99-5652D5BE9979}" destId="{FDD79705-175B-4700-B983-69A8677CDA54}" srcOrd="0" destOrd="0" presId="urn:microsoft.com/office/officeart/2018/5/layout/IconLeafLabelList"/>
    <dgm:cxn modelId="{F4C01572-ED38-4A7B-9359-59706A5C7E7E}" type="presOf" srcId="{872A7F18-D6A1-47DD-B45F-0CEFC6EF4A9E}" destId="{9671AE09-A77A-4407-AF59-6650F9DD25B1}" srcOrd="0" destOrd="0" presId="urn:microsoft.com/office/officeart/2018/5/layout/IconLeafLabelList"/>
    <dgm:cxn modelId="{3EF907D5-1840-4D67-B198-D4AA1A2029DC}" srcId="{F5B4F176-E3CF-4819-8E99-5652D5BE9979}" destId="{94387AE1-C8B8-48F9-9167-84DA2396F23C}" srcOrd="2" destOrd="0" parTransId="{A0AEAEAC-37A8-49FB-849A-0E9080E44777}" sibTransId="{5794E0BE-28B2-4056-A343-4234F035ED8E}"/>
    <dgm:cxn modelId="{87E2D4E2-4CC2-43C7-8477-47D6AD6B7B40}" srcId="{F5B4F176-E3CF-4819-8E99-5652D5BE9979}" destId="{DB567D0E-159C-467D-9BF7-5C75BDEFFDD0}" srcOrd="0" destOrd="0" parTransId="{6FFDCF62-792F-4503-B28C-AFE18D2AE1F1}" sibTransId="{EFBFE999-2F07-4778-943D-705F8E2358D1}"/>
    <dgm:cxn modelId="{7D44E8DD-1142-43FE-8284-33DC62DDD0F4}" type="presParOf" srcId="{FDD79705-175B-4700-B983-69A8677CDA54}" destId="{E576544A-174C-43F2-8EF3-ABB435A79B85}" srcOrd="0" destOrd="0" presId="urn:microsoft.com/office/officeart/2018/5/layout/IconLeafLabelList"/>
    <dgm:cxn modelId="{8C5BACF3-DF68-4EB7-BB9C-A6A29D0BF3AF}" type="presParOf" srcId="{E576544A-174C-43F2-8EF3-ABB435A79B85}" destId="{097ABA14-2756-4FC8-A834-56EF71DAC9E0}" srcOrd="0" destOrd="0" presId="urn:microsoft.com/office/officeart/2018/5/layout/IconLeafLabelList"/>
    <dgm:cxn modelId="{B033E49D-E0BA-484E-9881-080CEA2567FE}" type="presParOf" srcId="{E576544A-174C-43F2-8EF3-ABB435A79B85}" destId="{46EE27AF-3F15-449F-B5AD-89BD49792F43}" srcOrd="1" destOrd="0" presId="urn:microsoft.com/office/officeart/2018/5/layout/IconLeafLabelList"/>
    <dgm:cxn modelId="{03C6574E-31AA-44E9-8EEE-8C16A523F5B2}" type="presParOf" srcId="{E576544A-174C-43F2-8EF3-ABB435A79B85}" destId="{185149DE-0BCF-426F-BE33-49C84A7AFA8A}" srcOrd="2" destOrd="0" presId="urn:microsoft.com/office/officeart/2018/5/layout/IconLeafLabelList"/>
    <dgm:cxn modelId="{84B5C230-AC0A-424A-9EE7-A1EFD04765FA}" type="presParOf" srcId="{E576544A-174C-43F2-8EF3-ABB435A79B85}" destId="{17948CA2-0DCC-4FFC-B5F3-820C7745B0C4}" srcOrd="3" destOrd="0" presId="urn:microsoft.com/office/officeart/2018/5/layout/IconLeafLabelList"/>
    <dgm:cxn modelId="{16434C5C-2195-4682-A0B1-078F9426DF5B}" type="presParOf" srcId="{FDD79705-175B-4700-B983-69A8677CDA54}" destId="{86B9C03D-6545-4A4A-B28E-9EDF4AF82286}" srcOrd="1" destOrd="0" presId="urn:microsoft.com/office/officeart/2018/5/layout/IconLeafLabelList"/>
    <dgm:cxn modelId="{E94B74BE-3A14-4855-B382-3BF38F99D633}" type="presParOf" srcId="{FDD79705-175B-4700-B983-69A8677CDA54}" destId="{761DFB04-2535-434D-ADE2-D561EAA54E7B}" srcOrd="2" destOrd="0" presId="urn:microsoft.com/office/officeart/2018/5/layout/IconLeafLabelList"/>
    <dgm:cxn modelId="{48D7C04A-0D83-4A3F-A008-AD65964B0FDA}" type="presParOf" srcId="{761DFB04-2535-434D-ADE2-D561EAA54E7B}" destId="{0287503E-7872-45FA-BBF8-2DB2021B2A72}" srcOrd="0" destOrd="0" presId="urn:microsoft.com/office/officeart/2018/5/layout/IconLeafLabelList"/>
    <dgm:cxn modelId="{81BEA403-F771-4B2B-8F3B-A5E910002979}" type="presParOf" srcId="{761DFB04-2535-434D-ADE2-D561EAA54E7B}" destId="{50591A18-C842-4ECD-AF7C-69E9200F7836}" srcOrd="1" destOrd="0" presId="urn:microsoft.com/office/officeart/2018/5/layout/IconLeafLabelList"/>
    <dgm:cxn modelId="{5CC787A1-1175-4DB4-8228-7F4CE69194A2}" type="presParOf" srcId="{761DFB04-2535-434D-ADE2-D561EAA54E7B}" destId="{0B7543C2-6FD0-4AEE-AC19-378FF7DF52EE}" srcOrd="2" destOrd="0" presId="urn:microsoft.com/office/officeart/2018/5/layout/IconLeafLabelList"/>
    <dgm:cxn modelId="{A0A369AE-5988-4EC6-ADFB-A6360A637836}" type="presParOf" srcId="{761DFB04-2535-434D-ADE2-D561EAA54E7B}" destId="{9671AE09-A77A-4407-AF59-6650F9DD25B1}" srcOrd="3" destOrd="0" presId="urn:microsoft.com/office/officeart/2018/5/layout/IconLeafLabelList"/>
    <dgm:cxn modelId="{492714AA-6672-4615-ABCE-4D3D86128388}" type="presParOf" srcId="{FDD79705-175B-4700-B983-69A8677CDA54}" destId="{D3FFB173-3580-47EF-9C4B-824E026FFA2D}" srcOrd="3" destOrd="0" presId="urn:microsoft.com/office/officeart/2018/5/layout/IconLeafLabelList"/>
    <dgm:cxn modelId="{95E63475-8716-4CCD-8825-F8BC46876B97}" type="presParOf" srcId="{FDD79705-175B-4700-B983-69A8677CDA54}" destId="{78F46AC0-7D1B-4969-9C35-A5C27DB4CEAB}" srcOrd="4" destOrd="0" presId="urn:microsoft.com/office/officeart/2018/5/layout/IconLeafLabelList"/>
    <dgm:cxn modelId="{80D71081-30B2-4BA1-B9EB-7AC6CF791E1E}" type="presParOf" srcId="{78F46AC0-7D1B-4969-9C35-A5C27DB4CEAB}" destId="{97BF1FB4-5E15-4099-ADF0-7785FFF46652}" srcOrd="0" destOrd="0" presId="urn:microsoft.com/office/officeart/2018/5/layout/IconLeafLabelList"/>
    <dgm:cxn modelId="{810CB667-8781-49DF-8FAB-EB02048D118F}" type="presParOf" srcId="{78F46AC0-7D1B-4969-9C35-A5C27DB4CEAB}" destId="{98A5984A-BC44-45A9-904E-7FA32072915A}" srcOrd="1" destOrd="0" presId="urn:microsoft.com/office/officeart/2018/5/layout/IconLeafLabelList"/>
    <dgm:cxn modelId="{3363B871-1AD2-4BF4-9E7D-A569E1599737}" type="presParOf" srcId="{78F46AC0-7D1B-4969-9C35-A5C27DB4CEAB}" destId="{8CB6CBD8-D6B7-4D6C-812B-BB20F137708F}" srcOrd="2" destOrd="0" presId="urn:microsoft.com/office/officeart/2018/5/layout/IconLeafLabelList"/>
    <dgm:cxn modelId="{E37C0DE9-9ADB-42A0-BEE4-B83360BA8B87}" type="presParOf" srcId="{78F46AC0-7D1B-4969-9C35-A5C27DB4CEAB}" destId="{E23F2A38-CDCC-4742-9968-E26F30D2FCD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551E24-6F1B-44C2-9E71-0284F2403A7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D8FC8A-09F2-46FD-AAA5-4BC9B26CE74E}">
      <dgm:prSet/>
      <dgm:spPr/>
      <dgm:t>
        <a:bodyPr/>
        <a:lstStyle/>
        <a:p>
          <a:r>
            <a:rPr lang="en-US"/>
            <a:t>Identify</a:t>
          </a:r>
        </a:p>
      </dgm:t>
    </dgm:pt>
    <dgm:pt modelId="{4DD205F9-3DA3-4BAE-8F3B-A9BED80BBAF9}" type="parTrans" cxnId="{00B74F2B-8616-4008-A89F-DE8B14520582}">
      <dgm:prSet/>
      <dgm:spPr/>
      <dgm:t>
        <a:bodyPr/>
        <a:lstStyle/>
        <a:p>
          <a:endParaRPr lang="en-US"/>
        </a:p>
      </dgm:t>
    </dgm:pt>
    <dgm:pt modelId="{DD9D83E8-3FAA-499D-84FD-F2CCE24C457A}" type="sibTrans" cxnId="{00B74F2B-8616-4008-A89F-DE8B14520582}">
      <dgm:prSet/>
      <dgm:spPr/>
      <dgm:t>
        <a:bodyPr/>
        <a:lstStyle/>
        <a:p>
          <a:endParaRPr lang="en-US"/>
        </a:p>
      </dgm:t>
    </dgm:pt>
    <dgm:pt modelId="{55684812-9EB4-4B3E-9227-4C2FE0CA7E24}">
      <dgm:prSet/>
      <dgm:spPr/>
      <dgm:t>
        <a:bodyPr/>
        <a:lstStyle/>
        <a:p>
          <a:r>
            <a:rPr lang="en-US"/>
            <a:t>Identify top customers</a:t>
          </a:r>
        </a:p>
      </dgm:t>
    </dgm:pt>
    <dgm:pt modelId="{55A674C6-5102-45E7-8AFA-9390C8AAA768}" type="parTrans" cxnId="{7D2821F5-3F6B-4DD1-8117-42D00F6E1DF2}">
      <dgm:prSet/>
      <dgm:spPr/>
      <dgm:t>
        <a:bodyPr/>
        <a:lstStyle/>
        <a:p>
          <a:endParaRPr lang="en-US"/>
        </a:p>
      </dgm:t>
    </dgm:pt>
    <dgm:pt modelId="{833BE26A-0E13-4C25-80BF-3361A8BBEE00}" type="sibTrans" cxnId="{7D2821F5-3F6B-4DD1-8117-42D00F6E1DF2}">
      <dgm:prSet/>
      <dgm:spPr/>
      <dgm:t>
        <a:bodyPr/>
        <a:lstStyle/>
        <a:p>
          <a:endParaRPr lang="en-US"/>
        </a:p>
      </dgm:t>
    </dgm:pt>
    <dgm:pt modelId="{1450ADA3-B7E9-476D-827B-6CBF2FE95FAE}">
      <dgm:prSet/>
      <dgm:spPr/>
      <dgm:t>
        <a:bodyPr/>
        <a:lstStyle/>
        <a:p>
          <a:r>
            <a:rPr lang="en-US"/>
            <a:t>Analyze</a:t>
          </a:r>
        </a:p>
      </dgm:t>
    </dgm:pt>
    <dgm:pt modelId="{0F7F664F-A554-4008-9B3F-14E8AFC030F4}" type="parTrans" cxnId="{42EC4E49-A31F-49BE-AEE1-E8F465447A6E}">
      <dgm:prSet/>
      <dgm:spPr/>
      <dgm:t>
        <a:bodyPr/>
        <a:lstStyle/>
        <a:p>
          <a:endParaRPr lang="en-US"/>
        </a:p>
      </dgm:t>
    </dgm:pt>
    <dgm:pt modelId="{EFBD2ACC-EFA4-4792-B1C0-AA8C913A2F53}" type="sibTrans" cxnId="{42EC4E49-A31F-49BE-AEE1-E8F465447A6E}">
      <dgm:prSet/>
      <dgm:spPr/>
      <dgm:t>
        <a:bodyPr/>
        <a:lstStyle/>
        <a:p>
          <a:endParaRPr lang="en-US"/>
        </a:p>
      </dgm:t>
    </dgm:pt>
    <dgm:pt modelId="{FD7E147F-FA6E-4770-B826-0E4A9A6F5EC6}">
      <dgm:prSet/>
      <dgm:spPr/>
      <dgm:t>
        <a:bodyPr/>
        <a:lstStyle/>
        <a:p>
          <a:r>
            <a:rPr lang="en-US"/>
            <a:t>Analyze product performance</a:t>
          </a:r>
        </a:p>
      </dgm:t>
    </dgm:pt>
    <dgm:pt modelId="{DDE3B1F3-0B87-493B-904B-A31F96EB5F9F}" type="parTrans" cxnId="{382C01DB-D55E-4312-A9DE-1CD4320ADD18}">
      <dgm:prSet/>
      <dgm:spPr/>
      <dgm:t>
        <a:bodyPr/>
        <a:lstStyle/>
        <a:p>
          <a:endParaRPr lang="en-US"/>
        </a:p>
      </dgm:t>
    </dgm:pt>
    <dgm:pt modelId="{0D184622-733D-4C66-B525-531847D4640B}" type="sibTrans" cxnId="{382C01DB-D55E-4312-A9DE-1CD4320ADD18}">
      <dgm:prSet/>
      <dgm:spPr/>
      <dgm:t>
        <a:bodyPr/>
        <a:lstStyle/>
        <a:p>
          <a:endParaRPr lang="en-US"/>
        </a:p>
      </dgm:t>
    </dgm:pt>
    <dgm:pt modelId="{3354E84C-64E8-412B-AEE8-4296636200D6}">
      <dgm:prSet/>
      <dgm:spPr/>
      <dgm:t>
        <a:bodyPr/>
        <a:lstStyle/>
        <a:p>
          <a:r>
            <a:rPr lang="en-US"/>
            <a:t>Evaluate</a:t>
          </a:r>
        </a:p>
      </dgm:t>
    </dgm:pt>
    <dgm:pt modelId="{C7A4A5BB-977F-4029-9498-2B7356388105}" type="parTrans" cxnId="{08B741B1-1B64-4032-B23E-E53E2BA6F78B}">
      <dgm:prSet/>
      <dgm:spPr/>
      <dgm:t>
        <a:bodyPr/>
        <a:lstStyle/>
        <a:p>
          <a:endParaRPr lang="en-US"/>
        </a:p>
      </dgm:t>
    </dgm:pt>
    <dgm:pt modelId="{B81AE5C4-6CCD-417E-AB3C-1F14BA9A7299}" type="sibTrans" cxnId="{08B741B1-1B64-4032-B23E-E53E2BA6F78B}">
      <dgm:prSet/>
      <dgm:spPr/>
      <dgm:t>
        <a:bodyPr/>
        <a:lstStyle/>
        <a:p>
          <a:endParaRPr lang="en-US"/>
        </a:p>
      </dgm:t>
    </dgm:pt>
    <dgm:pt modelId="{B16CC37C-9D02-4810-8656-AA6F8A634D82}">
      <dgm:prSet/>
      <dgm:spPr/>
      <dgm:t>
        <a:bodyPr/>
        <a:lstStyle/>
        <a:p>
          <a:r>
            <a:rPr lang="en-US"/>
            <a:t>Evaluate employee sales</a:t>
          </a:r>
        </a:p>
      </dgm:t>
    </dgm:pt>
    <dgm:pt modelId="{115D57F6-932D-4542-AAA0-B68E629731C9}" type="parTrans" cxnId="{51C747FC-BBE4-48EA-82F2-0528D846EF4C}">
      <dgm:prSet/>
      <dgm:spPr/>
      <dgm:t>
        <a:bodyPr/>
        <a:lstStyle/>
        <a:p>
          <a:endParaRPr lang="en-US"/>
        </a:p>
      </dgm:t>
    </dgm:pt>
    <dgm:pt modelId="{D51B275D-1073-4058-861B-C0B1BD044D57}" type="sibTrans" cxnId="{51C747FC-BBE4-48EA-82F2-0528D846EF4C}">
      <dgm:prSet/>
      <dgm:spPr/>
      <dgm:t>
        <a:bodyPr/>
        <a:lstStyle/>
        <a:p>
          <a:endParaRPr lang="en-US"/>
        </a:p>
      </dgm:t>
    </dgm:pt>
    <dgm:pt modelId="{8503A41C-E45C-4889-BDB9-8C8245931CED}">
      <dgm:prSet/>
      <dgm:spPr/>
      <dgm:t>
        <a:bodyPr/>
        <a:lstStyle/>
        <a:p>
          <a:r>
            <a:rPr lang="en-US"/>
            <a:t>Track</a:t>
          </a:r>
        </a:p>
      </dgm:t>
    </dgm:pt>
    <dgm:pt modelId="{6C20EBBC-1A98-4E60-9D1F-78F76E96F960}" type="parTrans" cxnId="{45F19594-5810-48B6-A5B9-7651445DDC3B}">
      <dgm:prSet/>
      <dgm:spPr/>
      <dgm:t>
        <a:bodyPr/>
        <a:lstStyle/>
        <a:p>
          <a:endParaRPr lang="en-US"/>
        </a:p>
      </dgm:t>
    </dgm:pt>
    <dgm:pt modelId="{81939895-0912-4151-A1F9-468F912A2605}" type="sibTrans" cxnId="{45F19594-5810-48B6-A5B9-7651445DDC3B}">
      <dgm:prSet/>
      <dgm:spPr/>
      <dgm:t>
        <a:bodyPr/>
        <a:lstStyle/>
        <a:p>
          <a:endParaRPr lang="en-US"/>
        </a:p>
      </dgm:t>
    </dgm:pt>
    <dgm:pt modelId="{8D385682-0979-47A9-B62B-417084B8039C}">
      <dgm:prSet/>
      <dgm:spPr/>
      <dgm:t>
        <a:bodyPr/>
        <a:lstStyle/>
        <a:p>
          <a:r>
            <a:rPr lang="en-US"/>
            <a:t>Track sales trends over time</a:t>
          </a:r>
        </a:p>
      </dgm:t>
    </dgm:pt>
    <dgm:pt modelId="{7A37B5CA-FA0C-4316-9127-572FA9BA226C}" type="parTrans" cxnId="{25262394-F8F5-45CB-9FF2-66799F626E67}">
      <dgm:prSet/>
      <dgm:spPr/>
      <dgm:t>
        <a:bodyPr/>
        <a:lstStyle/>
        <a:p>
          <a:endParaRPr lang="en-US"/>
        </a:p>
      </dgm:t>
    </dgm:pt>
    <dgm:pt modelId="{E30C0A4E-DD57-46A3-9BD2-CCEF882C0930}" type="sibTrans" cxnId="{25262394-F8F5-45CB-9FF2-66799F626E67}">
      <dgm:prSet/>
      <dgm:spPr/>
      <dgm:t>
        <a:bodyPr/>
        <a:lstStyle/>
        <a:p>
          <a:endParaRPr lang="en-US"/>
        </a:p>
      </dgm:t>
    </dgm:pt>
    <dgm:pt modelId="{5ADAA63A-5A11-40D1-AD50-CAF0B91D3AB0}" type="pres">
      <dgm:prSet presAssocID="{7B551E24-6F1B-44C2-9E71-0284F2403A77}" presName="Name0" presStyleCnt="0">
        <dgm:presLayoutVars>
          <dgm:dir/>
          <dgm:animLvl val="lvl"/>
          <dgm:resizeHandles val="exact"/>
        </dgm:presLayoutVars>
      </dgm:prSet>
      <dgm:spPr/>
    </dgm:pt>
    <dgm:pt modelId="{D021A4DA-8B20-4599-AE47-46EF9B2B0367}" type="pres">
      <dgm:prSet presAssocID="{8503A41C-E45C-4889-BDB9-8C8245931CED}" presName="boxAndChildren" presStyleCnt="0"/>
      <dgm:spPr/>
    </dgm:pt>
    <dgm:pt modelId="{DC5CAFFE-99C8-433C-B85E-EAEBEDB9E40F}" type="pres">
      <dgm:prSet presAssocID="{8503A41C-E45C-4889-BDB9-8C8245931CED}" presName="parentTextBox" presStyleLbl="alignNode1" presStyleIdx="0" presStyleCnt="4"/>
      <dgm:spPr/>
    </dgm:pt>
    <dgm:pt modelId="{917B3454-5449-44BD-8EEF-24795B72E75A}" type="pres">
      <dgm:prSet presAssocID="{8503A41C-E45C-4889-BDB9-8C8245931CED}" presName="descendantBox" presStyleLbl="bgAccFollowNode1" presStyleIdx="0" presStyleCnt="4"/>
      <dgm:spPr/>
    </dgm:pt>
    <dgm:pt modelId="{8B286F9B-7CF3-4AC2-9971-8479B9752220}" type="pres">
      <dgm:prSet presAssocID="{B81AE5C4-6CCD-417E-AB3C-1F14BA9A7299}" presName="sp" presStyleCnt="0"/>
      <dgm:spPr/>
    </dgm:pt>
    <dgm:pt modelId="{0F366419-D8EB-4A37-B6CF-243C486307F1}" type="pres">
      <dgm:prSet presAssocID="{3354E84C-64E8-412B-AEE8-4296636200D6}" presName="arrowAndChildren" presStyleCnt="0"/>
      <dgm:spPr/>
    </dgm:pt>
    <dgm:pt modelId="{F330CB88-DDDD-419D-89CE-55A6882DBC0F}" type="pres">
      <dgm:prSet presAssocID="{3354E84C-64E8-412B-AEE8-4296636200D6}" presName="parentTextArrow" presStyleLbl="node1" presStyleIdx="0" presStyleCnt="0"/>
      <dgm:spPr/>
    </dgm:pt>
    <dgm:pt modelId="{EBD58BF3-CD00-498D-AF30-5D1D18F3D534}" type="pres">
      <dgm:prSet presAssocID="{3354E84C-64E8-412B-AEE8-4296636200D6}" presName="arrow" presStyleLbl="alignNode1" presStyleIdx="1" presStyleCnt="4"/>
      <dgm:spPr/>
    </dgm:pt>
    <dgm:pt modelId="{F83C53BE-8084-49E3-A808-14F3292D9DE0}" type="pres">
      <dgm:prSet presAssocID="{3354E84C-64E8-412B-AEE8-4296636200D6}" presName="descendantArrow" presStyleLbl="bgAccFollowNode1" presStyleIdx="1" presStyleCnt="4"/>
      <dgm:spPr/>
    </dgm:pt>
    <dgm:pt modelId="{70D5BFBE-D661-4F7E-97F8-35BB971EF54E}" type="pres">
      <dgm:prSet presAssocID="{EFBD2ACC-EFA4-4792-B1C0-AA8C913A2F53}" presName="sp" presStyleCnt="0"/>
      <dgm:spPr/>
    </dgm:pt>
    <dgm:pt modelId="{A9E564AD-4DCF-4EF4-B32E-493670085F4B}" type="pres">
      <dgm:prSet presAssocID="{1450ADA3-B7E9-476D-827B-6CBF2FE95FAE}" presName="arrowAndChildren" presStyleCnt="0"/>
      <dgm:spPr/>
    </dgm:pt>
    <dgm:pt modelId="{79732093-9341-4A21-84C6-869B5912C6A1}" type="pres">
      <dgm:prSet presAssocID="{1450ADA3-B7E9-476D-827B-6CBF2FE95FAE}" presName="parentTextArrow" presStyleLbl="node1" presStyleIdx="0" presStyleCnt="0"/>
      <dgm:spPr/>
    </dgm:pt>
    <dgm:pt modelId="{57348E8B-BDBF-466A-A451-23AE9B3C73FE}" type="pres">
      <dgm:prSet presAssocID="{1450ADA3-B7E9-476D-827B-6CBF2FE95FAE}" presName="arrow" presStyleLbl="alignNode1" presStyleIdx="2" presStyleCnt="4"/>
      <dgm:spPr/>
    </dgm:pt>
    <dgm:pt modelId="{1EA167CE-ED61-4C3A-A5A6-46DE830A6EE4}" type="pres">
      <dgm:prSet presAssocID="{1450ADA3-B7E9-476D-827B-6CBF2FE95FAE}" presName="descendantArrow" presStyleLbl="bgAccFollowNode1" presStyleIdx="2" presStyleCnt="4"/>
      <dgm:spPr/>
    </dgm:pt>
    <dgm:pt modelId="{2E521039-AA8C-4D69-94A4-3FB5AF91723F}" type="pres">
      <dgm:prSet presAssocID="{DD9D83E8-3FAA-499D-84FD-F2CCE24C457A}" presName="sp" presStyleCnt="0"/>
      <dgm:spPr/>
    </dgm:pt>
    <dgm:pt modelId="{95307039-E4F3-40FB-8C62-17DE191174BD}" type="pres">
      <dgm:prSet presAssocID="{0FD8FC8A-09F2-46FD-AAA5-4BC9B26CE74E}" presName="arrowAndChildren" presStyleCnt="0"/>
      <dgm:spPr/>
    </dgm:pt>
    <dgm:pt modelId="{3B929BA6-3072-4F65-95CE-F4C241C15427}" type="pres">
      <dgm:prSet presAssocID="{0FD8FC8A-09F2-46FD-AAA5-4BC9B26CE74E}" presName="parentTextArrow" presStyleLbl="node1" presStyleIdx="0" presStyleCnt="0"/>
      <dgm:spPr/>
    </dgm:pt>
    <dgm:pt modelId="{DD655B0C-3094-42AB-B200-27A9599A1161}" type="pres">
      <dgm:prSet presAssocID="{0FD8FC8A-09F2-46FD-AAA5-4BC9B26CE74E}" presName="arrow" presStyleLbl="alignNode1" presStyleIdx="3" presStyleCnt="4"/>
      <dgm:spPr/>
    </dgm:pt>
    <dgm:pt modelId="{FB2C63D6-5B34-4061-99FB-1E471AE23997}" type="pres">
      <dgm:prSet presAssocID="{0FD8FC8A-09F2-46FD-AAA5-4BC9B26CE74E}" presName="descendantArrow" presStyleLbl="bgAccFollowNode1" presStyleIdx="3" presStyleCnt="4"/>
      <dgm:spPr/>
    </dgm:pt>
  </dgm:ptLst>
  <dgm:cxnLst>
    <dgm:cxn modelId="{D6456C03-37A5-45BC-B1A7-C3EF196ABCDE}" type="presOf" srcId="{8503A41C-E45C-4889-BDB9-8C8245931CED}" destId="{DC5CAFFE-99C8-433C-B85E-EAEBEDB9E40F}" srcOrd="0" destOrd="0" presId="urn:microsoft.com/office/officeart/2016/7/layout/VerticalDownArrowProcess"/>
    <dgm:cxn modelId="{00B74F2B-8616-4008-A89F-DE8B14520582}" srcId="{7B551E24-6F1B-44C2-9E71-0284F2403A77}" destId="{0FD8FC8A-09F2-46FD-AAA5-4BC9B26CE74E}" srcOrd="0" destOrd="0" parTransId="{4DD205F9-3DA3-4BAE-8F3B-A9BED80BBAF9}" sibTransId="{DD9D83E8-3FAA-499D-84FD-F2CCE24C457A}"/>
    <dgm:cxn modelId="{F562B22B-B482-4E6C-B8E4-E7A11AAB491D}" type="presOf" srcId="{7B551E24-6F1B-44C2-9E71-0284F2403A77}" destId="{5ADAA63A-5A11-40D1-AD50-CAF0B91D3AB0}" srcOrd="0" destOrd="0" presId="urn:microsoft.com/office/officeart/2016/7/layout/VerticalDownArrowProcess"/>
    <dgm:cxn modelId="{7D4B403F-7521-4E54-9018-2AD8F206A3E6}" type="presOf" srcId="{FD7E147F-FA6E-4770-B826-0E4A9A6F5EC6}" destId="{1EA167CE-ED61-4C3A-A5A6-46DE830A6EE4}" srcOrd="0" destOrd="0" presId="urn:microsoft.com/office/officeart/2016/7/layout/VerticalDownArrowProcess"/>
    <dgm:cxn modelId="{8A1F2362-BE59-40E7-98F1-97F4ECA387C0}" type="presOf" srcId="{B16CC37C-9D02-4810-8656-AA6F8A634D82}" destId="{F83C53BE-8084-49E3-A808-14F3292D9DE0}" srcOrd="0" destOrd="0" presId="urn:microsoft.com/office/officeart/2016/7/layout/VerticalDownArrowProcess"/>
    <dgm:cxn modelId="{42EC4E49-A31F-49BE-AEE1-E8F465447A6E}" srcId="{7B551E24-6F1B-44C2-9E71-0284F2403A77}" destId="{1450ADA3-B7E9-476D-827B-6CBF2FE95FAE}" srcOrd="1" destOrd="0" parTransId="{0F7F664F-A554-4008-9B3F-14E8AFC030F4}" sibTransId="{EFBD2ACC-EFA4-4792-B1C0-AA8C913A2F53}"/>
    <dgm:cxn modelId="{0836CC49-9CD6-4D22-8B53-96721EFBB215}" type="presOf" srcId="{3354E84C-64E8-412B-AEE8-4296636200D6}" destId="{EBD58BF3-CD00-498D-AF30-5D1D18F3D534}" srcOrd="1" destOrd="0" presId="urn:microsoft.com/office/officeart/2016/7/layout/VerticalDownArrowProcess"/>
    <dgm:cxn modelId="{10756B77-47EC-443E-A6F9-73C10A86146A}" type="presOf" srcId="{3354E84C-64E8-412B-AEE8-4296636200D6}" destId="{F330CB88-DDDD-419D-89CE-55A6882DBC0F}" srcOrd="0" destOrd="0" presId="urn:microsoft.com/office/officeart/2016/7/layout/VerticalDownArrowProcess"/>
    <dgm:cxn modelId="{411A1778-F7F6-4A8A-814A-46AD39FB3846}" type="presOf" srcId="{0FD8FC8A-09F2-46FD-AAA5-4BC9B26CE74E}" destId="{3B929BA6-3072-4F65-95CE-F4C241C15427}" srcOrd="0" destOrd="0" presId="urn:microsoft.com/office/officeart/2016/7/layout/VerticalDownArrowProcess"/>
    <dgm:cxn modelId="{63145F59-DC17-4CB7-A120-273367409B0C}" type="presOf" srcId="{0FD8FC8A-09F2-46FD-AAA5-4BC9B26CE74E}" destId="{DD655B0C-3094-42AB-B200-27A9599A1161}" srcOrd="1" destOrd="0" presId="urn:microsoft.com/office/officeart/2016/7/layout/VerticalDownArrowProcess"/>
    <dgm:cxn modelId="{25262394-F8F5-45CB-9FF2-66799F626E67}" srcId="{8503A41C-E45C-4889-BDB9-8C8245931CED}" destId="{8D385682-0979-47A9-B62B-417084B8039C}" srcOrd="0" destOrd="0" parTransId="{7A37B5CA-FA0C-4316-9127-572FA9BA226C}" sibTransId="{E30C0A4E-DD57-46A3-9BD2-CCEF882C0930}"/>
    <dgm:cxn modelId="{45F19594-5810-48B6-A5B9-7651445DDC3B}" srcId="{7B551E24-6F1B-44C2-9E71-0284F2403A77}" destId="{8503A41C-E45C-4889-BDB9-8C8245931CED}" srcOrd="3" destOrd="0" parTransId="{6C20EBBC-1A98-4E60-9D1F-78F76E96F960}" sibTransId="{81939895-0912-4151-A1F9-468F912A2605}"/>
    <dgm:cxn modelId="{27C05F95-B463-452F-818F-D993C1CF3DE2}" type="presOf" srcId="{55684812-9EB4-4B3E-9227-4C2FE0CA7E24}" destId="{FB2C63D6-5B34-4061-99FB-1E471AE23997}" srcOrd="0" destOrd="0" presId="urn:microsoft.com/office/officeart/2016/7/layout/VerticalDownArrowProcess"/>
    <dgm:cxn modelId="{08B741B1-1B64-4032-B23E-E53E2BA6F78B}" srcId="{7B551E24-6F1B-44C2-9E71-0284F2403A77}" destId="{3354E84C-64E8-412B-AEE8-4296636200D6}" srcOrd="2" destOrd="0" parTransId="{C7A4A5BB-977F-4029-9498-2B7356388105}" sibTransId="{B81AE5C4-6CCD-417E-AB3C-1F14BA9A7299}"/>
    <dgm:cxn modelId="{7820FBCF-FDE3-419F-A329-4ED43A65CFAD}" type="presOf" srcId="{1450ADA3-B7E9-476D-827B-6CBF2FE95FAE}" destId="{79732093-9341-4A21-84C6-869B5912C6A1}" srcOrd="0" destOrd="0" presId="urn:microsoft.com/office/officeart/2016/7/layout/VerticalDownArrowProcess"/>
    <dgm:cxn modelId="{382C01DB-D55E-4312-A9DE-1CD4320ADD18}" srcId="{1450ADA3-B7E9-476D-827B-6CBF2FE95FAE}" destId="{FD7E147F-FA6E-4770-B826-0E4A9A6F5EC6}" srcOrd="0" destOrd="0" parTransId="{DDE3B1F3-0B87-493B-904B-A31F96EB5F9F}" sibTransId="{0D184622-733D-4C66-B525-531847D4640B}"/>
    <dgm:cxn modelId="{45A4EBDD-B6BE-4785-929D-C75ED6AEA1E8}" type="presOf" srcId="{1450ADA3-B7E9-476D-827B-6CBF2FE95FAE}" destId="{57348E8B-BDBF-466A-A451-23AE9B3C73FE}" srcOrd="1" destOrd="0" presId="urn:microsoft.com/office/officeart/2016/7/layout/VerticalDownArrowProcess"/>
    <dgm:cxn modelId="{23C604EB-17CB-4183-8B12-E6A8FDD42111}" type="presOf" srcId="{8D385682-0979-47A9-B62B-417084B8039C}" destId="{917B3454-5449-44BD-8EEF-24795B72E75A}" srcOrd="0" destOrd="0" presId="urn:microsoft.com/office/officeart/2016/7/layout/VerticalDownArrowProcess"/>
    <dgm:cxn modelId="{7D2821F5-3F6B-4DD1-8117-42D00F6E1DF2}" srcId="{0FD8FC8A-09F2-46FD-AAA5-4BC9B26CE74E}" destId="{55684812-9EB4-4B3E-9227-4C2FE0CA7E24}" srcOrd="0" destOrd="0" parTransId="{55A674C6-5102-45E7-8AFA-9390C8AAA768}" sibTransId="{833BE26A-0E13-4C25-80BF-3361A8BBEE00}"/>
    <dgm:cxn modelId="{51C747FC-BBE4-48EA-82F2-0528D846EF4C}" srcId="{3354E84C-64E8-412B-AEE8-4296636200D6}" destId="{B16CC37C-9D02-4810-8656-AA6F8A634D82}" srcOrd="0" destOrd="0" parTransId="{115D57F6-932D-4542-AAA0-B68E629731C9}" sibTransId="{D51B275D-1073-4058-861B-C0B1BD044D57}"/>
    <dgm:cxn modelId="{DA4B04DC-18E6-43FF-BE19-53BC78A3FE0E}" type="presParOf" srcId="{5ADAA63A-5A11-40D1-AD50-CAF0B91D3AB0}" destId="{D021A4DA-8B20-4599-AE47-46EF9B2B0367}" srcOrd="0" destOrd="0" presId="urn:microsoft.com/office/officeart/2016/7/layout/VerticalDownArrowProcess"/>
    <dgm:cxn modelId="{F5B3C208-8A2B-4FBF-A790-A03E110E31C2}" type="presParOf" srcId="{D021A4DA-8B20-4599-AE47-46EF9B2B0367}" destId="{DC5CAFFE-99C8-433C-B85E-EAEBEDB9E40F}" srcOrd="0" destOrd="0" presId="urn:microsoft.com/office/officeart/2016/7/layout/VerticalDownArrowProcess"/>
    <dgm:cxn modelId="{C78E3678-163D-4E19-9A93-9CA3F441020F}" type="presParOf" srcId="{D021A4DA-8B20-4599-AE47-46EF9B2B0367}" destId="{917B3454-5449-44BD-8EEF-24795B72E75A}" srcOrd="1" destOrd="0" presId="urn:microsoft.com/office/officeart/2016/7/layout/VerticalDownArrowProcess"/>
    <dgm:cxn modelId="{99739CC8-27C3-4A61-AE70-39B4BE14FCBB}" type="presParOf" srcId="{5ADAA63A-5A11-40D1-AD50-CAF0B91D3AB0}" destId="{8B286F9B-7CF3-4AC2-9971-8479B9752220}" srcOrd="1" destOrd="0" presId="urn:microsoft.com/office/officeart/2016/7/layout/VerticalDownArrowProcess"/>
    <dgm:cxn modelId="{F09AB7D8-171E-44F7-9A9A-747A6D81A766}" type="presParOf" srcId="{5ADAA63A-5A11-40D1-AD50-CAF0B91D3AB0}" destId="{0F366419-D8EB-4A37-B6CF-243C486307F1}" srcOrd="2" destOrd="0" presId="urn:microsoft.com/office/officeart/2016/7/layout/VerticalDownArrowProcess"/>
    <dgm:cxn modelId="{AB756F50-8789-4E07-A637-714C5F95A777}" type="presParOf" srcId="{0F366419-D8EB-4A37-B6CF-243C486307F1}" destId="{F330CB88-DDDD-419D-89CE-55A6882DBC0F}" srcOrd="0" destOrd="0" presId="urn:microsoft.com/office/officeart/2016/7/layout/VerticalDownArrowProcess"/>
    <dgm:cxn modelId="{9AE209D5-F23C-46E4-8845-CB5AEFA97BE5}" type="presParOf" srcId="{0F366419-D8EB-4A37-B6CF-243C486307F1}" destId="{EBD58BF3-CD00-498D-AF30-5D1D18F3D534}" srcOrd="1" destOrd="0" presId="urn:microsoft.com/office/officeart/2016/7/layout/VerticalDownArrowProcess"/>
    <dgm:cxn modelId="{F655FED9-8832-4F48-955D-ABEF3AE81F84}" type="presParOf" srcId="{0F366419-D8EB-4A37-B6CF-243C486307F1}" destId="{F83C53BE-8084-49E3-A808-14F3292D9DE0}" srcOrd="2" destOrd="0" presId="urn:microsoft.com/office/officeart/2016/7/layout/VerticalDownArrowProcess"/>
    <dgm:cxn modelId="{90E3C620-8EE7-4F25-BAC9-D702CC6E664A}" type="presParOf" srcId="{5ADAA63A-5A11-40D1-AD50-CAF0B91D3AB0}" destId="{70D5BFBE-D661-4F7E-97F8-35BB971EF54E}" srcOrd="3" destOrd="0" presId="urn:microsoft.com/office/officeart/2016/7/layout/VerticalDownArrowProcess"/>
    <dgm:cxn modelId="{DB37B2BE-92DB-4677-AB2C-44956047AEC2}" type="presParOf" srcId="{5ADAA63A-5A11-40D1-AD50-CAF0B91D3AB0}" destId="{A9E564AD-4DCF-4EF4-B32E-493670085F4B}" srcOrd="4" destOrd="0" presId="urn:microsoft.com/office/officeart/2016/7/layout/VerticalDownArrowProcess"/>
    <dgm:cxn modelId="{164B8A96-E782-4449-98E0-B036EC77F6FB}" type="presParOf" srcId="{A9E564AD-4DCF-4EF4-B32E-493670085F4B}" destId="{79732093-9341-4A21-84C6-869B5912C6A1}" srcOrd="0" destOrd="0" presId="urn:microsoft.com/office/officeart/2016/7/layout/VerticalDownArrowProcess"/>
    <dgm:cxn modelId="{A148AA77-DAD9-4D24-B0FB-20AAB178E5AD}" type="presParOf" srcId="{A9E564AD-4DCF-4EF4-B32E-493670085F4B}" destId="{57348E8B-BDBF-466A-A451-23AE9B3C73FE}" srcOrd="1" destOrd="0" presId="urn:microsoft.com/office/officeart/2016/7/layout/VerticalDownArrowProcess"/>
    <dgm:cxn modelId="{6546DAB3-B63B-4722-BCED-E89785F7694F}" type="presParOf" srcId="{A9E564AD-4DCF-4EF4-B32E-493670085F4B}" destId="{1EA167CE-ED61-4C3A-A5A6-46DE830A6EE4}" srcOrd="2" destOrd="0" presId="urn:microsoft.com/office/officeart/2016/7/layout/VerticalDownArrowProcess"/>
    <dgm:cxn modelId="{2E26F3AD-E40F-4FE5-8852-2B8B82D73BAB}" type="presParOf" srcId="{5ADAA63A-5A11-40D1-AD50-CAF0B91D3AB0}" destId="{2E521039-AA8C-4D69-94A4-3FB5AF91723F}" srcOrd="5" destOrd="0" presId="urn:microsoft.com/office/officeart/2016/7/layout/VerticalDownArrowProcess"/>
    <dgm:cxn modelId="{65E5FA32-1C10-45E1-B999-BFAAFB630ECA}" type="presParOf" srcId="{5ADAA63A-5A11-40D1-AD50-CAF0B91D3AB0}" destId="{95307039-E4F3-40FB-8C62-17DE191174BD}" srcOrd="6" destOrd="0" presId="urn:microsoft.com/office/officeart/2016/7/layout/VerticalDownArrowProcess"/>
    <dgm:cxn modelId="{0B3E1483-3308-46C0-9679-51BACC19CD29}" type="presParOf" srcId="{95307039-E4F3-40FB-8C62-17DE191174BD}" destId="{3B929BA6-3072-4F65-95CE-F4C241C15427}" srcOrd="0" destOrd="0" presId="urn:microsoft.com/office/officeart/2016/7/layout/VerticalDownArrowProcess"/>
    <dgm:cxn modelId="{04811B54-EB83-4DF8-A1A1-699AF9582794}" type="presParOf" srcId="{95307039-E4F3-40FB-8C62-17DE191174BD}" destId="{DD655B0C-3094-42AB-B200-27A9599A1161}" srcOrd="1" destOrd="0" presId="urn:microsoft.com/office/officeart/2016/7/layout/VerticalDownArrowProcess"/>
    <dgm:cxn modelId="{F841E305-8584-4B5C-8B1E-077251AA198D}" type="presParOf" srcId="{95307039-E4F3-40FB-8C62-17DE191174BD}" destId="{FB2C63D6-5B34-4061-99FB-1E471AE23997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ABA14-2756-4FC8-A834-56EF71DAC9E0}">
      <dsp:nvSpPr>
        <dsp:cNvPr id="0" name=""/>
        <dsp:cNvSpPr/>
      </dsp:nvSpPr>
      <dsp:spPr>
        <a:xfrm>
          <a:off x="396377" y="1335096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E27AF-3F15-449F-B5AD-89BD49792F43}">
      <dsp:nvSpPr>
        <dsp:cNvPr id="0" name=""/>
        <dsp:cNvSpPr/>
      </dsp:nvSpPr>
      <dsp:spPr>
        <a:xfrm>
          <a:off x="652315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48CA2-0DCC-4FFC-B5F3-820C7745B0C4}">
      <dsp:nvSpPr>
        <dsp:cNvPr id="0" name=""/>
        <dsp:cNvSpPr/>
      </dsp:nvSpPr>
      <dsp:spPr>
        <a:xfrm>
          <a:off x="12471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Data-driven decision making is essential for modern businesses</a:t>
          </a:r>
        </a:p>
      </dsp:txBody>
      <dsp:txXfrm>
        <a:off x="12471" y="2910096"/>
        <a:ext cx="1968750" cy="720000"/>
      </dsp:txXfrm>
    </dsp:sp>
    <dsp:sp modelId="{0287503E-7872-45FA-BBF8-2DB2021B2A72}">
      <dsp:nvSpPr>
        <dsp:cNvPr id="0" name=""/>
        <dsp:cNvSpPr/>
      </dsp:nvSpPr>
      <dsp:spPr>
        <a:xfrm>
          <a:off x="2709659" y="1335096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91A18-C842-4ECD-AF7C-69E9200F7836}">
      <dsp:nvSpPr>
        <dsp:cNvPr id="0" name=""/>
        <dsp:cNvSpPr/>
      </dsp:nvSpPr>
      <dsp:spPr>
        <a:xfrm>
          <a:off x="2965596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1AE09-A77A-4407-AF59-6650F9DD25B1}">
      <dsp:nvSpPr>
        <dsp:cNvPr id="0" name=""/>
        <dsp:cNvSpPr/>
      </dsp:nvSpPr>
      <dsp:spPr>
        <a:xfrm>
          <a:off x="2325752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Data warehouses enable analysis of large historical datasets</a:t>
          </a:r>
        </a:p>
      </dsp:txBody>
      <dsp:txXfrm>
        <a:off x="2325752" y="2910096"/>
        <a:ext cx="1968750" cy="720000"/>
      </dsp:txXfrm>
    </dsp:sp>
    <dsp:sp modelId="{97BF1FB4-5E15-4099-ADF0-7785FFF46652}">
      <dsp:nvSpPr>
        <dsp:cNvPr id="0" name=""/>
        <dsp:cNvSpPr/>
      </dsp:nvSpPr>
      <dsp:spPr>
        <a:xfrm>
          <a:off x="5022940" y="1335096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5984A-BC44-45A9-904E-7FA32072915A}">
      <dsp:nvSpPr>
        <dsp:cNvPr id="0" name=""/>
        <dsp:cNvSpPr/>
      </dsp:nvSpPr>
      <dsp:spPr>
        <a:xfrm>
          <a:off x="5278877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F2A38-CDCC-4742-9968-E26F30D2FCD3}">
      <dsp:nvSpPr>
        <dsp:cNvPr id="0" name=""/>
        <dsp:cNvSpPr/>
      </dsp:nvSpPr>
      <dsp:spPr>
        <a:xfrm>
          <a:off x="4639034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Project builds a sales data warehouse using Northwind </a:t>
          </a:r>
          <a:r>
            <a:rPr lang="en-US" sz="1300" kern="1200">
              <a:latin typeface="Bierstadt"/>
            </a:rPr>
            <a:t>dataset</a:t>
          </a:r>
          <a:endParaRPr lang="en-US" sz="1300" kern="1200" dirty="0"/>
        </a:p>
      </dsp:txBody>
      <dsp:txXfrm>
        <a:off x="4639034" y="2910096"/>
        <a:ext cx="19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CAFFE-99C8-433C-B85E-EAEBEDB9E40F}">
      <dsp:nvSpPr>
        <dsp:cNvPr id="0" name=""/>
        <dsp:cNvSpPr/>
      </dsp:nvSpPr>
      <dsp:spPr>
        <a:xfrm>
          <a:off x="0" y="4072533"/>
          <a:ext cx="1655063" cy="890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708" tIns="213360" rIns="117708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Track</a:t>
          </a:r>
        </a:p>
      </dsp:txBody>
      <dsp:txXfrm>
        <a:off x="0" y="4072533"/>
        <a:ext cx="1655063" cy="890970"/>
      </dsp:txXfrm>
    </dsp:sp>
    <dsp:sp modelId="{917B3454-5449-44BD-8EEF-24795B72E75A}">
      <dsp:nvSpPr>
        <dsp:cNvPr id="0" name=""/>
        <dsp:cNvSpPr/>
      </dsp:nvSpPr>
      <dsp:spPr>
        <a:xfrm>
          <a:off x="1655063" y="4072533"/>
          <a:ext cx="4965192" cy="8909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18" tIns="279400" rIns="100718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Track sales trends over time</a:t>
          </a:r>
        </a:p>
      </dsp:txBody>
      <dsp:txXfrm>
        <a:off x="1655063" y="4072533"/>
        <a:ext cx="4965192" cy="890970"/>
      </dsp:txXfrm>
    </dsp:sp>
    <dsp:sp modelId="{EBD58BF3-CD00-498D-AF30-5D1D18F3D534}">
      <dsp:nvSpPr>
        <dsp:cNvPr id="0" name=""/>
        <dsp:cNvSpPr/>
      </dsp:nvSpPr>
      <dsp:spPr>
        <a:xfrm rot="10800000">
          <a:off x="0" y="2715584"/>
          <a:ext cx="1655063" cy="137031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708" tIns="213360" rIns="117708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Evaluate</a:t>
          </a:r>
        </a:p>
      </dsp:txBody>
      <dsp:txXfrm rot="-10800000">
        <a:off x="0" y="2715584"/>
        <a:ext cx="1655063" cy="890703"/>
      </dsp:txXfrm>
    </dsp:sp>
    <dsp:sp modelId="{F83C53BE-8084-49E3-A808-14F3292D9DE0}">
      <dsp:nvSpPr>
        <dsp:cNvPr id="0" name=""/>
        <dsp:cNvSpPr/>
      </dsp:nvSpPr>
      <dsp:spPr>
        <a:xfrm>
          <a:off x="1655063" y="2715584"/>
          <a:ext cx="4965192" cy="890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18" tIns="279400" rIns="100718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 employee sales</a:t>
          </a:r>
        </a:p>
      </dsp:txBody>
      <dsp:txXfrm>
        <a:off x="1655063" y="2715584"/>
        <a:ext cx="4965192" cy="890703"/>
      </dsp:txXfrm>
    </dsp:sp>
    <dsp:sp modelId="{57348E8B-BDBF-466A-A451-23AE9B3C73FE}">
      <dsp:nvSpPr>
        <dsp:cNvPr id="0" name=""/>
        <dsp:cNvSpPr/>
      </dsp:nvSpPr>
      <dsp:spPr>
        <a:xfrm rot="10800000">
          <a:off x="0" y="1358636"/>
          <a:ext cx="1655063" cy="137031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708" tIns="213360" rIns="117708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Analyze</a:t>
          </a:r>
        </a:p>
      </dsp:txBody>
      <dsp:txXfrm rot="-10800000">
        <a:off x="0" y="1358636"/>
        <a:ext cx="1655063" cy="890703"/>
      </dsp:txXfrm>
    </dsp:sp>
    <dsp:sp modelId="{1EA167CE-ED61-4C3A-A5A6-46DE830A6EE4}">
      <dsp:nvSpPr>
        <dsp:cNvPr id="0" name=""/>
        <dsp:cNvSpPr/>
      </dsp:nvSpPr>
      <dsp:spPr>
        <a:xfrm>
          <a:off x="1655063" y="1358636"/>
          <a:ext cx="4965192" cy="890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18" tIns="279400" rIns="100718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Analyze product performance</a:t>
          </a:r>
        </a:p>
      </dsp:txBody>
      <dsp:txXfrm>
        <a:off x="1655063" y="1358636"/>
        <a:ext cx="4965192" cy="890703"/>
      </dsp:txXfrm>
    </dsp:sp>
    <dsp:sp modelId="{DD655B0C-3094-42AB-B200-27A9599A1161}">
      <dsp:nvSpPr>
        <dsp:cNvPr id="0" name=""/>
        <dsp:cNvSpPr/>
      </dsp:nvSpPr>
      <dsp:spPr>
        <a:xfrm rot="10800000">
          <a:off x="0" y="1687"/>
          <a:ext cx="1655063" cy="137031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708" tIns="213360" rIns="117708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Identify</a:t>
          </a:r>
        </a:p>
      </dsp:txBody>
      <dsp:txXfrm rot="-10800000">
        <a:off x="0" y="1687"/>
        <a:ext cx="1655063" cy="890703"/>
      </dsp:txXfrm>
    </dsp:sp>
    <dsp:sp modelId="{FB2C63D6-5B34-4061-99FB-1E471AE23997}">
      <dsp:nvSpPr>
        <dsp:cNvPr id="0" name=""/>
        <dsp:cNvSpPr/>
      </dsp:nvSpPr>
      <dsp:spPr>
        <a:xfrm>
          <a:off x="1655063" y="1687"/>
          <a:ext cx="4965192" cy="890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18" tIns="279400" rIns="100718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 top customers</a:t>
          </a:r>
        </a:p>
      </dsp:txBody>
      <dsp:txXfrm>
        <a:off x="1655063" y="1687"/>
        <a:ext cx="4965192" cy="890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3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52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08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7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2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55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0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8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3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5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75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5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3D Hologram from iPad">
            <a:extLst>
              <a:ext uri="{FF2B5EF4-FFF2-40B4-BE49-F238E27FC236}">
                <a16:creationId xmlns:a16="http://schemas.microsoft.com/office/drawing/2014/main" id="{714B25FF-1FA3-7ECF-B65E-9C02D9B9F4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6" b="732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64A79-70C5-A86D-CA85-EA3939183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en-US" sz="5600"/>
              <a:t>Data Storage Solutions for Data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EE5C0-2BB5-CD50-3206-E1932141F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en-US" i="0" dirty="0">
                <a:ea typeface="+mn-lt"/>
                <a:cs typeface="+mn-lt"/>
              </a:rPr>
              <a:t>Luis Alberto Castaneda Avila</a:t>
            </a:r>
            <a:r>
              <a:rPr lang="en-US" i="0" dirty="0"/>
              <a:t> </a:t>
            </a:r>
            <a:r>
              <a:rPr lang="en-US" dirty="0"/>
              <a:t>&amp; </a:t>
            </a:r>
            <a:r>
              <a:rPr lang="en-US" dirty="0" err="1"/>
              <a:t>Seember</a:t>
            </a:r>
            <a:r>
              <a:rPr lang="en-US" dirty="0"/>
              <a:t> Naomi </a:t>
            </a:r>
            <a:r>
              <a:rPr lang="en-US" dirty="0" err="1"/>
              <a:t>Shausu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845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50AE5-B7F9-4C29-782D-3E891E51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BB7706-2D24-606D-3E9B-24BE8486BB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373740"/>
              </p:ext>
            </p:extLst>
          </p:nvPr>
        </p:nvGraphicFramePr>
        <p:xfrm>
          <a:off x="517966" y="1341265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4099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C6A93-A41A-09FA-AE27-57BC0C05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&amp; Objective</a:t>
            </a:r>
          </a:p>
        </p:txBody>
      </p:sp>
      <p:pic>
        <p:nvPicPr>
          <p:cNvPr id="7" name="Content Placeholder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D850F120-E09B-5ADB-E303-6CBB26A045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1957702"/>
            <a:ext cx="4959823" cy="2938695"/>
          </a:xfrm>
          <a:prstGeom prst="rect">
            <a:avLst/>
          </a:prstGeom>
          <a:noFill/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3AF82-DEC0-5611-A6C0-816D74806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53912" y="2578608"/>
            <a:ext cx="5513832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Raw data is fragmented and not suitable for analytics</a:t>
            </a:r>
          </a:p>
          <a:p>
            <a:r>
              <a:rPr lang="en-US" dirty="0"/>
              <a:t>Need a centralized system for insights</a:t>
            </a:r>
          </a:p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Build a dimensional data warehouse</a:t>
            </a:r>
          </a:p>
          <a:p>
            <a:pPr lvl="1"/>
            <a:r>
              <a:rPr lang="en-US" dirty="0"/>
              <a:t>Enable reporting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03598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D26FA-EDEF-0F4E-EFA0-485322512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Business Requirements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E9E14F-3D99-FA8A-1A3D-235F48F75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719499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7821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1006-3CA3-20AC-B1EA-3E66CE88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Warehouse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69FC9-1E0F-5F8E-E9EC-B0C82A330A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 Schema used</a:t>
            </a:r>
          </a:p>
          <a:p>
            <a:r>
              <a:rPr lang="en-US" b="1" dirty="0"/>
              <a:t>Fact Table: </a:t>
            </a:r>
            <a:r>
              <a:rPr lang="en-US" dirty="0"/>
              <a:t>Sales</a:t>
            </a:r>
          </a:p>
          <a:p>
            <a:r>
              <a:rPr lang="en-US" dirty="0"/>
              <a:t>Dimensions:</a:t>
            </a:r>
          </a:p>
          <a:p>
            <a:pPr lvl="1"/>
            <a:r>
              <a:rPr lang="en-US" dirty="0"/>
              <a:t>Customer</a:t>
            </a:r>
          </a:p>
          <a:p>
            <a:pPr lvl="1"/>
            <a:r>
              <a:rPr lang="en-US" dirty="0"/>
              <a:t>Product</a:t>
            </a:r>
          </a:p>
          <a:p>
            <a:pPr lvl="1"/>
            <a:r>
              <a:rPr lang="en-US" dirty="0"/>
              <a:t>Employee</a:t>
            </a:r>
          </a:p>
          <a:p>
            <a:pPr lvl="1"/>
            <a:r>
              <a:rPr lang="en-US" dirty="0"/>
              <a:t>Time</a:t>
            </a:r>
          </a:p>
        </p:txBody>
      </p:sp>
      <p:pic>
        <p:nvPicPr>
          <p:cNvPr id="8" name="Content Placeholder 7" descr="A diagram of a company&#10;&#10;AI-generated content may be incorrect.">
            <a:extLst>
              <a:ext uri="{FF2B5EF4-FFF2-40B4-BE49-F238E27FC236}">
                <a16:creationId xmlns:a16="http://schemas.microsoft.com/office/drawing/2014/main" id="{B769F874-B4F5-DB40-E473-8C76826D80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86704" y="1994408"/>
            <a:ext cx="4628896" cy="435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1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A917-0562-0029-ADA6-6C2DB2C7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D65B-3F54-0EA8-0C0C-2B6E76C28B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Tool: </a:t>
            </a:r>
            <a:r>
              <a:rPr lang="en-US" b="1" dirty="0"/>
              <a:t>SSIS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b="1" dirty="0"/>
              <a:t>Steps: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Extract data from CSV files </a:t>
            </a:r>
          </a:p>
          <a:p>
            <a:pPr>
              <a:buFont typeface="+mj-lt"/>
              <a:buAutoNum type="arabicPeriod"/>
            </a:pPr>
            <a:r>
              <a:rPr lang="en-US" dirty="0"/>
              <a:t>Transform (clean, convert, deduplicate) </a:t>
            </a:r>
          </a:p>
          <a:p>
            <a:pPr>
              <a:buFont typeface="+mj-lt"/>
              <a:buAutoNum type="arabicPeriod"/>
            </a:pPr>
            <a:r>
              <a:rPr lang="en-US" dirty="0"/>
              <a:t>Load: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Staging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Dimensions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Fact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E2E4D-8E31-97EE-0483-1D1BEDA0C7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53151" y="3200400"/>
            <a:ext cx="6532437" cy="208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9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57BBC-6CC9-BE2F-1349-80263C32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686" y="978408"/>
            <a:ext cx="716105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Visualizations </a:t>
            </a:r>
            <a:r>
              <a:rPr lang="en-US" dirty="0"/>
              <a:t>(Tableau)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824A05-5284-BAE3-E2C2-27CE6D757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013500"/>
            <a:ext cx="4959823" cy="2827098"/>
          </a:xfrm>
          <a:prstGeom prst="rect">
            <a:avLst/>
          </a:prstGeom>
          <a:noFill/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87A56-13A9-B626-6824-872D5F073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3912" y="2578608"/>
            <a:ext cx="5513832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Top Customers by Sales</a:t>
            </a:r>
          </a:p>
          <a:p>
            <a:r>
              <a:rPr lang="en-US" dirty="0"/>
              <a:t>Top Products</a:t>
            </a:r>
          </a:p>
          <a:p>
            <a:r>
              <a:rPr lang="en-US" dirty="0"/>
              <a:t>Total Sales by Year</a:t>
            </a:r>
          </a:p>
          <a:p>
            <a:r>
              <a:rPr lang="en-US" dirty="0"/>
              <a:t>Employee Performance</a:t>
            </a:r>
          </a:p>
        </p:txBody>
      </p:sp>
    </p:spTree>
    <p:extLst>
      <p:ext uri="{BB962C8B-B14F-4D97-AF65-F5344CB8AC3E}">
        <p14:creationId xmlns:p14="http://schemas.microsoft.com/office/powerpoint/2010/main" val="2621608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71E9-8D1D-6BBD-CC25-DDE74088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(SSRS)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5449A8-2BBB-5EE0-3310-1FC894B764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92700" y="2578100"/>
            <a:ext cx="2223313" cy="37671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E3CC9-4CB4-CECA-4943-3BB99C5B26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Top Customer Sales</a:t>
            </a:r>
          </a:p>
          <a:p>
            <a:r>
              <a:rPr lang="en-US" dirty="0"/>
              <a:t>Top Product Sales</a:t>
            </a:r>
          </a:p>
          <a:p>
            <a:r>
              <a:rPr lang="en-US" dirty="0"/>
              <a:t>Top Sales Period</a:t>
            </a:r>
          </a:p>
          <a:p>
            <a:r>
              <a:rPr lang="en-US" dirty="0"/>
              <a:t>Employee Performance</a:t>
            </a:r>
          </a:p>
        </p:txBody>
      </p:sp>
    </p:spTree>
    <p:extLst>
      <p:ext uri="{BB962C8B-B14F-4D97-AF65-F5344CB8AC3E}">
        <p14:creationId xmlns:p14="http://schemas.microsoft.com/office/powerpoint/2010/main" val="124290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3235-0DA3-9A1A-8B6F-0AA13F34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Database (Neo4j)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D6E7-5058-D59E-26D2-C676555281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modeled as nodes and relationships </a:t>
            </a:r>
          </a:p>
          <a:p>
            <a:pPr>
              <a:buNone/>
            </a:pPr>
            <a:r>
              <a:rPr lang="en-US" b="1" dirty="0"/>
              <a:t>Relationships:</a:t>
            </a:r>
            <a:endParaRPr lang="en-US" dirty="0"/>
          </a:p>
          <a:p>
            <a:r>
              <a:rPr lang="en-US" dirty="0"/>
              <a:t>Customer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PURCHASED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Sales </a:t>
            </a:r>
          </a:p>
          <a:p>
            <a:r>
              <a:rPr lang="en-US" dirty="0"/>
              <a:t>Sales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INCLUDES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Product </a:t>
            </a:r>
          </a:p>
          <a:p>
            <a:pPr>
              <a:buNone/>
            </a:pPr>
            <a:r>
              <a:rPr lang="en-US" b="1" dirty="0"/>
              <a:t>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similarity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Products bought together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Relationship paths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E85E40-504E-B125-B9DA-9EA2777425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50004" y="2578100"/>
            <a:ext cx="4505443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0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2" name="Picture 2" descr="assorted pendant lights hanging on ceiling">
            <a:extLst>
              <a:ext uri="{FF2B5EF4-FFF2-40B4-BE49-F238E27FC236}">
                <a16:creationId xmlns:a16="http://schemas.microsoft.com/office/drawing/2014/main" id="{573618D3-AD8A-2DAC-3406-6FAA5D060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09" r="-1" b="-1"/>
          <a:stretch>
            <a:fillRect/>
          </a:stretch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0631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0E8B4-72EB-7B75-88A4-E28E3BA9A4B5}"/>
              </a:ext>
            </a:extLst>
          </p:cNvPr>
          <p:cNvSpPr txBox="1"/>
          <p:nvPr/>
        </p:nvSpPr>
        <p:spPr>
          <a:xfrm>
            <a:off x="3396343" y="3837214"/>
            <a:ext cx="5045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0905861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192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GestaltVTI</vt:lpstr>
      <vt:lpstr>Data Storage Solutions for Data Analytics</vt:lpstr>
      <vt:lpstr>Introduction</vt:lpstr>
      <vt:lpstr>Problem &amp; Objective</vt:lpstr>
      <vt:lpstr>Business Requirements</vt:lpstr>
      <vt:lpstr>Data Warehouse Design</vt:lpstr>
      <vt:lpstr>ETL Process</vt:lpstr>
      <vt:lpstr>Visualizations (Tableau)</vt:lpstr>
      <vt:lpstr>Reports (SSRS)</vt:lpstr>
      <vt:lpstr>Graph Database (Neo4j)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Mfena Kaase</dc:creator>
  <cp:lastModifiedBy>Mfena Kaase</cp:lastModifiedBy>
  <cp:revision>14</cp:revision>
  <dcterms:created xsi:type="dcterms:W3CDTF">2026-04-11T20:55:37Z</dcterms:created>
  <dcterms:modified xsi:type="dcterms:W3CDTF">2026-04-12T19:13:28Z</dcterms:modified>
</cp:coreProperties>
</file>